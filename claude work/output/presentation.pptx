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Impact of AI Adoption on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Surprise in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Research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 &amp;  Adam Tuchler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Chicago  | 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972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AI adoption causally increase the disciplinary breadth of academic citations?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Diff-in-diff with continuous treatment across 16 academic fields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intensity: GPT-3.5 marker word adoption (Kobak et al. 2024)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event: Release of GPT-4o (November 2024)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Shannon entropy of citation field distributions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35,080 papers from OpenAlex (May 2023 – Dec 2025)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AI Adoption: Propensity Scores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Kobak marker word frequency from pre- to post-ChatGPT (GPT-3.5) era</a:t>
            </a:r>
            <a:endParaRPr lang="en-US" sz="1200" dirty="0"/>
          </a:p>
        </p:txBody>
      </p:sp>
      <p:pic>
        <p:nvPicPr>
          <p:cNvPr id="4" name="Image 0" descr="/sessions/zen-sweet-johnson/mnt/aig-final-project/claude work/output/shannon-figures/fig01_propensity_sco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Marker Word Adoption Across Fields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fields show increases after ChatGPT release, but magnitude varies substantially</a:t>
            </a:r>
            <a:endParaRPr lang="en-US" sz="1200" dirty="0"/>
          </a:p>
        </p:txBody>
      </p:sp>
      <p:pic>
        <p:nvPicPr>
          <p:cNvPr id="4" name="Image 0" descr="/sessions/zen-sweet-johnson/mnt/aig-final-project/claude work/output/shannon-figures/fig02_marker_words_pre_p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Result: Citation Entropy Diverges Post-4o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High-propensity fields show steeper entropy increase after GPT-4o release</a:t>
            </a:r>
            <a:endParaRPr lang="en-US" sz="1200" dirty="0"/>
          </a:p>
        </p:txBody>
      </p:sp>
      <p:pic>
        <p:nvPicPr>
          <p:cNvPr id="4" name="Image 0" descr="/sessions/zen-sweet-johnson/mnt/aig-final-project/claude work/output/shannon-figures/fig03_entropy_time_se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Study: Treatment Effect Emerges Post-4o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× quarter interactions with 2024 Q3 as reference period</a:t>
            </a:r>
            <a:endParaRPr lang="en-US" sz="1200" dirty="0"/>
          </a:p>
        </p:txBody>
      </p:sp>
      <p:pic>
        <p:nvPicPr>
          <p:cNvPr id="4" name="Image 0" descr="/sessions/zen-sweet-johnson/mnt/aig-final-project/claude work/output/shannon-figures/fig04_event_study_entrop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Pattern Across Diversity Measures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× trend coefficients for all 7 dependent variables (95% CIs)</a:t>
            </a:r>
            <a:endParaRPr lang="en-US" sz="1200" dirty="0"/>
          </a:p>
        </p:txBody>
      </p:sp>
      <p:pic>
        <p:nvPicPr>
          <p:cNvPr id="4" name="Image 0" descr="/sessions/zen-sweet-johnson/mnt/aig-final-project/claude work/output/shannon-figures/fig09_forest_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Parallel Trends &amp; Within-Field Share</a:t>
            </a:r>
            <a:endParaRPr lang="en-US" sz="2400" dirty="0"/>
          </a:p>
        </p:txBody>
      </p:sp>
      <p:pic>
        <p:nvPicPr>
          <p:cNvPr id="3" name="Image 0" descr="/sessions/zen-sweet-johnson/mnt/aig-final-project/claude work/output/shannon-figures/fig10_parallel_tren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05840"/>
            <a:ext cx="4114800" cy="2834640"/>
          </a:xfrm>
          <a:prstGeom prst="rect">
            <a:avLst/>
          </a:prstGeom>
        </p:spPr>
      </p:pic>
      <p:pic>
        <p:nvPicPr>
          <p:cNvPr id="4" name="Image 1" descr="/sessions/zen-sweet-johnson/mnt/aig-final-project/claude work/output/shannon-figures/fig08_within_field_sha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005840"/>
            <a:ext cx="4114800" cy="2834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trends pass (p = 0.56) in 18-month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 with field FE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84632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Within-field citation share declines faster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high-propensity fields post-4o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Cross-Sectional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with higher AI propensity saw larger increases in citation diversity (r = 0.603)</a:t>
            </a:r>
            <a:endParaRPr lang="en-US" sz="1200" dirty="0"/>
          </a:p>
        </p:txBody>
      </p:sp>
      <p:pic>
        <p:nvPicPr>
          <p:cNvPr id="4" name="Image 0" descr="/sessions/zen-sweet-johnson/mnt/aig-final-project/claude work/output/shannon-figures/fig07_field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88720"/>
            <a:ext cx="73152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diversification is causal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increases by +0.030 nats/month in high-propensity fields post-4o (p = 0.006)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gradual, not a jump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× trend specification fits better than level shift — consistent with diffusion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063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measures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distinct fields cited, HHI, and within-field share all point the same direction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existing literature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et al. (2026) find AI contracts topic diversity; we find it expands citation breadth — different margins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&amp; Adam Tuchler  |  University of Chicago  |  bheim@uchicago.edu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 of AI Adoption on Scientific Surprise in Academic Research</dc:title>
  <dc:subject>PptxGenJS Presentation</dc:subject>
  <dc:creator>Ben Heim &amp; Adam Tuchler</dc:creator>
  <cp:lastModifiedBy>Ben Heim &amp; Adam Tuchler</cp:lastModifiedBy>
  <cp:revision>1</cp:revision>
  <dcterms:created xsi:type="dcterms:W3CDTF">2026-03-10T14:53:02Z</dcterms:created>
  <dcterms:modified xsi:type="dcterms:W3CDTF">2026-03-10T14:53:02Z</dcterms:modified>
</cp:coreProperties>
</file>