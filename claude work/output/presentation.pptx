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Impact of AI Adoption on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Surprise in</a:t>
            </a:r>
            <a:endParaRPr lang="en-US" sz="3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Academic Research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 &amp;  Adam Tuchler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Chicago  |  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9728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with continuous treatment across 16 academic fields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intensity: GPT-3.5 marker word adoption (Kobak et al.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event: Release of GPT-4o (November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Shannon entropy of citation field distributions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67,008 papers from OpenAlex (Jan 2021 – Dec 2025)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AI Adoption: Propensity Scores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Kobak marker word frequency from pre- to post-ChatGPT (GPT-3.5) era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1_propensity_scor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Marker Word Adoption Across Fields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2_marker_words_pre_p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3_entropy_time_seri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 Study: Treatment Effect Emerges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× quarter interactions with 2024 Q3 as reference period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4_event_study_entrop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Consistent Pattern Across Diversity Measures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coefficients for all 7 dependent variables (95% CIs)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9_forest_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188720"/>
            <a:ext cx="859536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pic>
        <p:nvPicPr>
          <p:cNvPr id="3" name="Image 0" descr="/sessions/zen-sweet-johnson/mnt/aig-final-project/claude work/output/shannon-figures/fig10_parallel_trend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82880" y="1005840"/>
            <a:ext cx="4114800" cy="2834640"/>
          </a:xfrm>
          <a:prstGeom prst="rect">
            <a:avLst/>
          </a:prstGeom>
        </p:spPr>
      </p:pic>
      <p:pic>
        <p:nvPicPr>
          <p:cNvPr id="4" name="Image 1" descr="/sessions/zen-sweet-johnson/mnt/aig-final-project/claude work/output/shannon-figures/fig08_within_field_shar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005840"/>
            <a:ext cx="4114800" cy="2834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Cross-Sectional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higher AI propensity saw larger increases in citation diversity (r = 0.603)</a:t>
            </a:r>
            <a:endParaRPr lang="en-US" sz="1200" dirty="0"/>
          </a:p>
        </p:txBody>
      </p:sp>
      <p:pic>
        <p:nvPicPr>
          <p:cNvPr id="4" name="Image 0" descr="/sessions/zen-sweet-johnson/mnt/aig-final-project/claude work/output/shannon-figures/fig07_field_scat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188720"/>
            <a:ext cx="73152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diversification is causal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increases by +0.030 nats/month in high-propensity fields post-4o (p = 0.005)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HHI, and within-field share all point the same direction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3A7BD5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7160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 existing literature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(2026) find AI contracts topic diversity; we find it expands citation breadth — different margins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6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  |  bheim@uchicago.edu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AI Adoption on Scientific Surprise in Academic Research</dc:title>
  <dc:subject>PptxGenJS Presentation</dc:subject>
  <dc:creator>Ben Heim &amp; Adam Tuchler</dc:creator>
  <cp:lastModifiedBy>Ben Heim &amp; Adam Tuchler</cp:lastModifiedBy>
  <cp:revision>1</cp:revision>
  <dcterms:created xsi:type="dcterms:W3CDTF">2026-03-10T14:13:40Z</dcterms:created>
  <dcterms:modified xsi:type="dcterms:W3CDTF">2026-03-10T14:13:40Z</dcterms:modified>
</cp:coreProperties>
</file>