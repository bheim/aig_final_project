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2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66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Impact of AI Adoption on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Surprise in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Research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 &amp;  Adam Tuchler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Chicago  | 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AI adoption causally increase the disciplinary breadth of academic citations?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Diff-in-diff with continuous treatment across 16 academic fields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intensity: GPT-3.5 marker word adoption (Kobak et al. 2024)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event: Release of GPT-4o (November 2024)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Shannon entropy of citation field distributions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67,008 papers from OpenAlex (Jan 2021 – Dec 2025)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AI Adoption: Propensity Scores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Kobak marker word frequency from pre- to post-ChatGPT (GPT-3.5) era</a:t>
            </a:r>
            <a:endParaRPr lang="en-US" sz="1200" dirty="0"/>
          </a:p>
        </p:txBody>
      </p:sp>
      <p:pic>
        <p:nvPicPr>
          <p:cNvPr id="6" name="Picture 5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7B4FDBCE-C421-9FCD-5321-9EC625DEE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2817"/>
            <a:ext cx="4256418" cy="36963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Marker Word Adoption Across Fields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fields show increases after ChatGPT release, but magnitude varies substantially</a:t>
            </a:r>
            <a:endParaRPr lang="en-US" sz="1200" dirty="0"/>
          </a:p>
        </p:txBody>
      </p:sp>
      <p:pic>
        <p:nvPicPr>
          <p:cNvPr id="6" name="Picture 5" descr="A graph of a number of words&#10;&#10;AI-generated content may be incorrect.">
            <a:extLst>
              <a:ext uri="{FF2B5EF4-FFF2-40B4-BE49-F238E27FC236}">
                <a16:creationId xmlns:a16="http://schemas.microsoft.com/office/drawing/2014/main" id="{FF29420B-CA70-0430-F9F4-7647D9190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42" y="1143000"/>
            <a:ext cx="4380622" cy="3817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Result: Citation Entropy Diverges Post-4o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High-propensity fields show steeper entropy increase after GPT-4o release</a:t>
            </a:r>
            <a:endParaRPr lang="en-US" sz="1200" dirty="0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C3B32C2-EBB8-15F1-F85A-63F4129EE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7772400" cy="38452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Parallel Trends &amp; Within-Field Share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8288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trends pass (p = 0.56) in 18-month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 with field FE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84632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Within-field citation share declines faster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high-propensity fields post-4o</a:t>
            </a:r>
            <a:endParaRPr lang="en-US" sz="1100" dirty="0"/>
          </a:p>
        </p:txBody>
      </p:sp>
      <p:pic>
        <p:nvPicPr>
          <p:cNvPr id="8" name="Picture 7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F6121816-9090-EE47-C5B1-B7E4FD801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99" y="1619095"/>
            <a:ext cx="4255619" cy="2105411"/>
          </a:xfrm>
          <a:prstGeom prst="rect">
            <a:avLst/>
          </a:prstGeom>
        </p:spPr>
      </p:pic>
      <p:pic>
        <p:nvPicPr>
          <p:cNvPr id="10" name="Picture 9" descr="A graph of a graph with red and blue lines&#10;&#10;AI-generated content may be incorrect.">
            <a:extLst>
              <a:ext uri="{FF2B5EF4-FFF2-40B4-BE49-F238E27FC236}">
                <a16:creationId xmlns:a16="http://schemas.microsoft.com/office/drawing/2014/main" id="{EF667503-15CB-8109-2CB0-5E818CC3C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190" y="1619094"/>
            <a:ext cx="4255618" cy="2105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Cross-Sectional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with higher AI propensity saw larger increases in citation diversity (r = 0.603)</a:t>
            </a:r>
            <a:endParaRPr lang="en-US" sz="1200" dirty="0"/>
          </a:p>
        </p:txBody>
      </p:sp>
      <p:pic>
        <p:nvPicPr>
          <p:cNvPr id="6" name="Picture 5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27CCC976-39C1-24E4-B0D8-25E04A0A3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2346"/>
            <a:ext cx="4564843" cy="35568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diversification is causal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increases by +0.030 nats/month in high-propensity fields post-4o (p = 0.005)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gradual, not a jump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× trend specification fits better than level shift — consistent with diffusion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063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measures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distinct fields cited, HHI, and within-field share all point the same direction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existing literature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et al. (2026) find AI contracts topic diversity; we find it expands citation breadth — different margins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&amp; Adam Tuchler  |  University of Chicago  |  bheim@uchicago.edu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305</Words>
  <Application>Microsoft Macintosh PowerPoint</Application>
  <PresentationFormat>On-screen Show (16:9)</PresentationFormat>
  <Paragraphs>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 of AI Adoption on Scientific Surprise in Academic Research</dc:title>
  <dc:subject>PptxGenJS Presentation</dc:subject>
  <dc:creator>Ben Heim &amp; Adam Tuchler</dc:creator>
  <cp:lastModifiedBy>Ben Heim</cp:lastModifiedBy>
  <cp:revision>3</cp:revision>
  <dcterms:created xsi:type="dcterms:W3CDTF">2026-03-09T20:36:29Z</dcterms:created>
  <dcterms:modified xsi:type="dcterms:W3CDTF">2026-03-10T15:24:17Z</dcterms:modified>
</cp:coreProperties>
</file>